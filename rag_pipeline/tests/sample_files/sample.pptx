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Presentation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of slide 1.</a:t>
            </a:r>
          </a:p>
          <a:p>
            <a:r>
              <a:t>Bullet point one.</a:t>
            </a:r>
          </a:p>
          <a:p>
            <a:r>
              <a:t>Bullet point two.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Presentation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content for testing PPTX connector.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